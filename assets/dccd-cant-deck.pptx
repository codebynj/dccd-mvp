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jFzYkBNXVOHFnIf8fxc/wtM0+f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3"/>
  </p:normalViewPr>
  <p:slideViewPr>
    <p:cSldViewPr snapToGrid="0">
      <p:cViewPr varScale="1">
        <p:scale>
          <a:sx n="113" d="100"/>
          <a:sy n="113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title"/>
          </p:nvPr>
        </p:nvSpPr>
        <p:spPr>
          <a:xfrm>
            <a:off x="4310380" y="210312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FF0000"/>
                </a:solidFill>
              </a:rPr>
              <a:t>Can’t</a:t>
            </a:r>
            <a:r>
              <a:rPr lang="en-US"/>
              <a:t> - Activity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>
            <a:spLocks noGrp="1"/>
          </p:cNvSpPr>
          <p:nvPr>
            <p:ph type="title"/>
          </p:nvPr>
        </p:nvSpPr>
        <p:spPr>
          <a:xfrm>
            <a:off x="356235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Who </a:t>
            </a:r>
            <a:r>
              <a:rPr lang="en-US">
                <a:solidFill>
                  <a:srgbClr val="FF0000"/>
                </a:solidFill>
              </a:rPr>
              <a:t>can’t</a:t>
            </a:r>
            <a:r>
              <a:rPr lang="en-US"/>
              <a:t> swim?</a:t>
            </a:r>
            <a:endParaRPr/>
          </a:p>
        </p:txBody>
      </p:sp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8540" y="1691005"/>
            <a:ext cx="3119120" cy="4339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78965" y="2811145"/>
            <a:ext cx="3696335" cy="2670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324485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Who </a:t>
            </a:r>
            <a:r>
              <a:rPr lang="en-US">
                <a:solidFill>
                  <a:srgbClr val="FF0000"/>
                </a:solidFill>
              </a:rPr>
              <a:t>can’t</a:t>
            </a:r>
            <a:r>
              <a:rPr lang="en-US"/>
              <a:t> walk?</a:t>
            </a:r>
            <a:endParaRPr/>
          </a:p>
        </p:txBody>
      </p:sp>
      <p:pic>
        <p:nvPicPr>
          <p:cNvPr id="97" name="Google Shape;9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1160" y="1632585"/>
            <a:ext cx="3968750" cy="3956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3"/>
          <p:cNvPicPr preferRelativeResize="0"/>
          <p:nvPr/>
        </p:nvPicPr>
        <p:blipFill rotWithShape="1">
          <a:blip r:embed="rId4">
            <a:alphaModFix/>
          </a:blip>
          <a:srcRect b="6640"/>
          <a:stretch/>
        </p:blipFill>
        <p:spPr>
          <a:xfrm>
            <a:off x="6390640" y="1776730"/>
            <a:ext cx="4544060" cy="3812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3701415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Who </a:t>
            </a:r>
            <a:r>
              <a:rPr lang="en-US">
                <a:solidFill>
                  <a:srgbClr val="FF0000"/>
                </a:solidFill>
              </a:rPr>
              <a:t>can’t</a:t>
            </a:r>
            <a:r>
              <a:rPr lang="en-US"/>
              <a:t> fly?</a:t>
            </a:r>
            <a:endParaRPr/>
          </a:p>
        </p:txBody>
      </p:sp>
      <p:pic>
        <p:nvPicPr>
          <p:cNvPr id="104" name="Google Shape;104;p4"/>
          <p:cNvPicPr preferRelativeResize="0"/>
          <p:nvPr/>
        </p:nvPicPr>
        <p:blipFill rotWithShape="1">
          <a:blip r:embed="rId3">
            <a:alphaModFix/>
          </a:blip>
          <a:srcRect b="11242"/>
          <a:stretch/>
        </p:blipFill>
        <p:spPr>
          <a:xfrm>
            <a:off x="1000760" y="1836420"/>
            <a:ext cx="4544060" cy="3624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8345" y="2214880"/>
            <a:ext cx="3429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>
            <a:spLocks noGrp="1"/>
          </p:cNvSpPr>
          <p:nvPr>
            <p:ph type="title"/>
          </p:nvPr>
        </p:nvSpPr>
        <p:spPr>
          <a:xfrm>
            <a:off x="3484245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Who </a:t>
            </a:r>
            <a:r>
              <a:rPr lang="en-US">
                <a:solidFill>
                  <a:srgbClr val="FF0000"/>
                </a:solidFill>
              </a:rPr>
              <a:t>can’t </a:t>
            </a:r>
            <a:r>
              <a:rPr lang="en-US">
                <a:solidFill>
                  <a:schemeClr val="dk1"/>
                </a:solidFill>
              </a:rPr>
              <a:t>bark?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1" name="Google Shape;11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8005" y="2036445"/>
            <a:ext cx="3787140" cy="3749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03415" y="2381885"/>
            <a:ext cx="3239135" cy="305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>
            <a:spLocks noGrp="1"/>
          </p:cNvSpPr>
          <p:nvPr>
            <p:ph type="title"/>
          </p:nvPr>
        </p:nvSpPr>
        <p:spPr>
          <a:xfrm>
            <a:off x="3551555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Who </a:t>
            </a:r>
            <a:r>
              <a:rPr lang="en-US">
                <a:solidFill>
                  <a:srgbClr val="FF0000"/>
                </a:solidFill>
              </a:rPr>
              <a:t>can’t </a:t>
            </a:r>
            <a:r>
              <a:rPr lang="en-US">
                <a:solidFill>
                  <a:schemeClr val="dk1"/>
                </a:solidFill>
              </a:rPr>
              <a:t>climb a tree?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8" name="Google Shape;11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4830" y="2105660"/>
            <a:ext cx="3747135" cy="331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03375" y="2681605"/>
            <a:ext cx="2548890" cy="2414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>
            <a:spLocks noGrp="1"/>
          </p:cNvSpPr>
          <p:nvPr>
            <p:ph type="title"/>
          </p:nvPr>
        </p:nvSpPr>
        <p:spPr>
          <a:xfrm>
            <a:off x="354584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Who </a:t>
            </a:r>
            <a:r>
              <a:rPr lang="en-US">
                <a:solidFill>
                  <a:srgbClr val="FF0000"/>
                </a:solidFill>
              </a:rPr>
              <a:t>can’t </a:t>
            </a:r>
            <a:r>
              <a:rPr lang="en-US"/>
              <a:t>ride a bike?</a:t>
            </a:r>
            <a:endParaRPr/>
          </a:p>
        </p:txBody>
      </p:sp>
      <p:pic>
        <p:nvPicPr>
          <p:cNvPr id="125" name="Google Shape;12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81545" y="3598545"/>
            <a:ext cx="2501265" cy="1997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85950" y="2197735"/>
            <a:ext cx="1878330" cy="3398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>
            <a:spLocks noGrp="1"/>
          </p:cNvSpPr>
          <p:nvPr>
            <p:ph type="title"/>
          </p:nvPr>
        </p:nvSpPr>
        <p:spPr>
          <a:xfrm>
            <a:off x="239903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Who </a:t>
            </a:r>
            <a:r>
              <a:rPr lang="en-US">
                <a:solidFill>
                  <a:srgbClr val="FF0000"/>
                </a:solidFill>
              </a:rPr>
              <a:t>can’t </a:t>
            </a:r>
            <a:r>
              <a:rPr lang="en-US"/>
              <a:t>see in the morning?</a:t>
            </a:r>
            <a:endParaRPr/>
          </a:p>
        </p:txBody>
      </p:sp>
      <p:pic>
        <p:nvPicPr>
          <p:cNvPr id="132" name="Google Shape;13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83425" y="3161030"/>
            <a:ext cx="4028440" cy="271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33855" y="1775460"/>
            <a:ext cx="2962275" cy="444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>
            <a:spLocks noGrp="1"/>
          </p:cNvSpPr>
          <p:nvPr>
            <p:ph type="title"/>
          </p:nvPr>
        </p:nvSpPr>
        <p:spPr>
          <a:xfrm>
            <a:off x="3890010" y="4616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1"/>
                </a:solidFill>
              </a:rPr>
              <a:t>Who</a:t>
            </a:r>
            <a:r>
              <a:rPr lang="en-US">
                <a:solidFill>
                  <a:srgbClr val="FF0000"/>
                </a:solidFill>
              </a:rPr>
              <a:t> can’t </a:t>
            </a:r>
            <a:r>
              <a:rPr lang="en-US"/>
              <a:t>sing?</a:t>
            </a:r>
            <a:endParaRPr/>
          </a:p>
        </p:txBody>
      </p:sp>
      <p:pic>
        <p:nvPicPr>
          <p:cNvPr id="139" name="Google Shape;13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6455" y="2680970"/>
            <a:ext cx="2375535" cy="2364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47205" y="1787525"/>
            <a:ext cx="4121150" cy="3481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>
            <a:spLocks noGrp="1"/>
          </p:cNvSpPr>
          <p:nvPr>
            <p:ph type="title"/>
          </p:nvPr>
        </p:nvSpPr>
        <p:spPr>
          <a:xfrm>
            <a:off x="3312795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Who </a:t>
            </a:r>
            <a:r>
              <a:rPr lang="en-US">
                <a:solidFill>
                  <a:srgbClr val="FF0000"/>
                </a:solidFill>
              </a:rPr>
              <a:t>can’t </a:t>
            </a:r>
            <a:r>
              <a:rPr lang="en-US"/>
              <a:t>go to school?</a:t>
            </a:r>
            <a:endParaRPr/>
          </a:p>
        </p:txBody>
      </p:sp>
      <p:pic>
        <p:nvPicPr>
          <p:cNvPr id="146" name="Google Shape;14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4725" y="3249470"/>
            <a:ext cx="2682240" cy="2668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0400" y="1690688"/>
            <a:ext cx="3218881" cy="4862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 txBox="1">
            <a:spLocks noGrp="1"/>
          </p:cNvSpPr>
          <p:nvPr>
            <p:ph type="title"/>
          </p:nvPr>
        </p:nvSpPr>
        <p:spPr>
          <a:xfrm>
            <a:off x="4463415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Who </a:t>
            </a:r>
            <a:r>
              <a:rPr lang="en-US">
                <a:solidFill>
                  <a:srgbClr val="FF0000"/>
                </a:solidFill>
              </a:rPr>
              <a:t>can’t </a:t>
            </a:r>
            <a:r>
              <a:rPr lang="en-US">
                <a:solidFill>
                  <a:schemeClr val="dk1"/>
                </a:solidFill>
              </a:rPr>
              <a:t>roar?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3" name="Google Shape;15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1415" y="2646045"/>
            <a:ext cx="2682240" cy="2668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46530" y="2239645"/>
            <a:ext cx="4037330" cy="3481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Macintosh PowerPoint</Application>
  <PresentationFormat>Widescreen</PresentationFormat>
  <Paragraphs>11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Can’t - Activity</vt:lpstr>
      <vt:lpstr>Who can’t swim?</vt:lpstr>
      <vt:lpstr>Who can’t walk?</vt:lpstr>
      <vt:lpstr>Who can’t fly?</vt:lpstr>
      <vt:lpstr>Who can’t bark?</vt:lpstr>
      <vt:lpstr>Who can’t climb a tree?</vt:lpstr>
      <vt:lpstr>Who can’t ride a bike?</vt:lpstr>
      <vt:lpstr>Who can’t see in the morning?</vt:lpstr>
      <vt:lpstr>Who can’t sing?</vt:lpstr>
      <vt:lpstr>Who can’t go to school?</vt:lpstr>
      <vt:lpstr>Who can’t roar?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christycelestine</dc:creator>
  <cp:lastModifiedBy>Chitra Thadathil</cp:lastModifiedBy>
  <cp:revision>1</cp:revision>
  <dcterms:created xsi:type="dcterms:W3CDTF">2026-03-22T15:25:12Z</dcterms:created>
  <dcterms:modified xsi:type="dcterms:W3CDTF">2026-03-24T04:34:38Z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45CE71E18EE6D297D809C06927FEFAF6_43</vt:lpwstr>
  </property>
  <property fmtid="{D5CDD505-2E9C-101B-9397-08002B2CF9AE}" pid="3" name="KSOProductBuildVer">
    <vt:lpwstr>1033-6.11.0.8615</vt:lpwstr>
  </property>
</Properties>
</file>